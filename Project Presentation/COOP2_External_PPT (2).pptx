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73" r:id="rId19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2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Industry (Module-2) </a:t>
            </a:r>
            <a:r>
              <a:rPr lang="en-IN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Ethical and Privacy challenges in </a:t>
            </a:r>
            <a:r>
              <a:rPr lang="en-US" sz="3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 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based learning </a:t>
            </a:r>
            <a:r>
              <a:rPr lang="en-US" sz="3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analytics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/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Mehak</a:t>
            </a: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</a:t>
            </a:r>
            <a:r>
              <a:rPr lang="en-US" sz="2000" spc="-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Budhiraja</a:t>
            </a: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(2210991917)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Mayank</a:t>
            </a: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Kapoor (22109919105)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Mayank</a:t>
            </a: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</a:t>
            </a:r>
            <a:r>
              <a:rPr lang="en-US" sz="2000" spc="-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Sawhney</a:t>
            </a: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(2210991908)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 smtClean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Mrs. </a:t>
            </a:r>
            <a:r>
              <a:rPr lang="en-US" sz="2000" spc="-1" dirty="0" err="1" smtClean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Gifty</a:t>
            </a:r>
            <a:r>
              <a:rPr lang="en-US" sz="2000" spc="-1" dirty="0" smtClean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Gu</a:t>
            </a:r>
            <a:r>
              <a:rPr lang="en-US" sz="2000" spc="-1" dirty="0" smtClean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pta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 smtClean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</a:t>
            </a: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53352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305280" y="1233393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rtificial Intelligence (AI) is transforming modern education systems.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Learning Analytics (AILA) helps institutions analyze student performance and learning behavior.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platforms collect large amounts of student data such as: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LMS activity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patterns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AILA improves: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prediction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intervention systems 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254000" y="-30658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305280" y="1233393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Learning Analytics (AILA) systems are increasingly used to monitor and predict student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collect sensitive student data such as academic records, online activity, and behavioral patterns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are often unaware of how their data is collected and used.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 models may produce biased or unfair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transparency and informed consent reduces student trust.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can create privacy risks and surveillance concerns.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critical need for ethical, transparent, and privacy-focused governance in AI-driven educational systems.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254000" y="-30658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706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305280" y="1233393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major ethical and privacy challenges in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      Learning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(AILA).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 issues related to informed consent, transparency, and data security.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impact of algorithmic bias and surveillance in educational systems.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existing governance and regulatory frameworks for student data protection.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 an Ethical Governance Toolkit for responsible and transparent use of AI in education.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254000" y="-30658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470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Technologies Used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305280" y="837721"/>
            <a:ext cx="8838720" cy="523424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(AI) for intelligent decision-making and automation.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(ML) for predicting student performance and learning patterns.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Mining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extracting meaningful insights from large educational datasets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(NLP) for analyzing student text, essays, and feedback.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identifying complex patterns in student behavior and interactions.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Analytics Tools for monitoring and evaluating student engagement and progress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Big Data Technologies for handling and processing large-scale educational data efficiently.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254000" y="-30658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602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305280" y="837721"/>
            <a:ext cx="8838720" cy="523424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Adopted a systematic research approach using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PRISMA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methodology.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from multiple sources like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Scopus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Scholar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 such as “AI in Learning Analytics”, “Educational Data Mining”, and “Machine Learning in Education”.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reviewed a large number of papers and filtered them based on relevance.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inclusion criteria: recent studies (2018–2025), real-world applications, and AI-based methods.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 to identify trends, benefits, challenges, and future scope.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254000" y="-30658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752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305280" y="988192"/>
            <a:ext cx="8838720" cy="523424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and adaptive learning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of student performance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Early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at-risk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tutoring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assessment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student engagement and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Curriculum improvement through data-driven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insights.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virtual learning assistants for student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254000" y="-30658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21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Recent Trends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305280" y="988192"/>
            <a:ext cx="8838720" cy="523424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254000" y="-30658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05280" y="589762"/>
            <a:ext cx="847990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Generative AI and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education systems.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of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(XAI) for transparent decision-making.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student monitoring.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Human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the lo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 AI systems for ethical educational analytics.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Increased focus on privacy-preserving techniques like Federated Learning and Differential Privacy.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Adoption of AI-driven personalized and self-regulated learning models.</a:t>
            </a:r>
          </a:p>
        </p:txBody>
      </p:sp>
    </p:spTree>
    <p:extLst>
      <p:ext uri="{BB962C8B-B14F-4D97-AF65-F5344CB8AC3E}">
        <p14:creationId xmlns:p14="http://schemas.microsoft.com/office/powerpoint/2010/main" val="108743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Analysis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305280" y="915121"/>
            <a:ext cx="8838720" cy="530731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254000" y="-30658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05281" y="304096"/>
            <a:ext cx="8381159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learning analytics market is growing rapidly due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adoption of AI in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Market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was valued at around $6 billion in 2023 and is projected to reach $34–42 billion by 2032.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rate driven by demand for personalized and data-driven learning solutions.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North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America currently leads the market due to advanced technological infrastructure.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Asia-Pacific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is the fastest-growing market, with rising adoption in countries like India and China.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investments by educational institutions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EdTech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companies.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Management Systems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(LMS) is boosting adoption globally.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982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305280" y="1177074"/>
            <a:ext cx="8838720" cy="530731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254000" y="-30658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05281" y="2889419"/>
            <a:ext cx="838115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05279" y="1555609"/>
            <a:ext cx="727376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informed consent and student awareness.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privacy and security risks.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Algorithmic bias and unfair predictions.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transparency in AI decision-making.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Educational surveillance and continuous monitoring.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Weak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Governance and regulatory frameworks.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Limited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institutional ethical policies.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218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Framework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305280" y="1154109"/>
            <a:ext cx="8838720" cy="530731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AILA Ethical Governance Toolkit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Algorithmic Impact Assessment (AIA) Protocol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 Transparency Dashboard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 and Advisor Training Programs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Vendor Contracting and Data Protection Standards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Institutional Ethics Committee Framework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Goal-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responsible, transparent, fair, and privacy-focused use of AI in education.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254000" y="-30658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05281" y="2889419"/>
            <a:ext cx="838115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305280" y="1154109"/>
            <a:ext cx="8838720" cy="530731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student performance through personalized learning and timely support.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dropout rates by identifying at-risk students at an early stage.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teaching effectiveness using data-driven insights.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educators time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automating monitoring and evaluation tasks.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student engagement through adaptive learning methods.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better academic and administrative decision-making.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Contributes to improved educational quality and long-term societal development.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254000" y="-30658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05281" y="2889419"/>
            <a:ext cx="838115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686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305280" y="1154109"/>
            <a:ext cx="8838720" cy="530731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Learning Analytics helps improve learning and student performance.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personalized education and better decision-making in schools and colleges.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it also creates ethical and privacy challenges.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 like data privacy, algorithmic bias, and lack of transparency must be addressed.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ethical guidelines and secure systems are necessary for responsible AI use in education.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proposes a framework to make AI-based learning systems safer, fairer, and more transparent.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254000" y="-30658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05281" y="2889419"/>
            <a:ext cx="838115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705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305280" y="1154109"/>
            <a:ext cx="8838720" cy="530731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can make learning more personalized and effective in the future.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privacy and security methods can be developed to protect student data.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can help make AI decisions more transparent and understandable.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tools can be improved to reduce bias and unfair decisions.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advanced learning platforms and virtual assistants can be introduced in education.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research can focus on creating ethical and student-friendly AI systems.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254000" y="-30658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05281" y="2889419"/>
            <a:ext cx="838115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338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15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53264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34784</TotalTime>
  <Words>1043</Words>
  <Application>Microsoft Office PowerPoint</Application>
  <PresentationFormat>On-screen Show (4:3)</PresentationFormat>
  <Paragraphs>158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MS PGothic</vt:lpstr>
      <vt:lpstr>Arial</vt:lpstr>
      <vt:lpstr>Calibri</vt:lpstr>
      <vt:lpstr>DejaVu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DELL</cp:lastModifiedBy>
  <cp:revision>2308</cp:revision>
  <dcterms:created xsi:type="dcterms:W3CDTF">2010-04-09T07:36:15Z</dcterms:created>
  <dcterms:modified xsi:type="dcterms:W3CDTF">2026-05-17T20:08:31Z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